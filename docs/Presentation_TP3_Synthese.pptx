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 d’ouverture : j’ai déployé Harbor par IaC, sécurisé sa livraison avec une pipeline bloquante, et rendu le tout observable. Le projet s’articule en 3 piliers.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k3s/k3d = cluster, Helm = paquets, Terraform = orchestrateur. Avantages IaC : reproductible, versionné, idempotent.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SAST=statique (code), DAST=dynamique (appli), CVE=failles connues. Bloquant=exit-code 1. Cosign keyless=identité workflow GitHub. Push Harbor=runner self-hosted car Harbor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Chaîne : Harbor→ServiceMonitor→Prometheus→Grafana. Exporter maison = détail CVE par sévérité (API Harbor).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Conclure sur les réflexes et proposer une démo live de la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· DEVSECOPS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Harbor + Terraform + CI sécurisée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un registre d’images privé (Harbor) par Infrastructure as Code, sécuriser sa chaîne de livraison, et la rendre observable.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468880"/>
            <a:ext cx="52120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2587752"/>
            <a:ext cx="365760" cy="365760"/>
          </a:xfrm>
          <a:prstGeom prst="ellipse">
            <a:avLst/>
          </a:prstGeom>
          <a:solidFill>
            <a:srgbClr val="0B5E8A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2587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246888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2468880"/>
            <a:ext cx="2423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+ Helm sur k3s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182112"/>
            <a:ext cx="5212080" cy="603504"/>
          </a:xfrm>
          <a:prstGeom prst="roundRect">
            <a:avLst>
              <a:gd name="adj" fmla="val 10606"/>
            </a:avLst>
          </a:prstGeom>
          <a:solidFill>
            <a:srgbClr val="EEF5FA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" y="3300984"/>
            <a:ext cx="365760" cy="365760"/>
          </a:xfrm>
          <a:prstGeom prst="ellipse">
            <a:avLst/>
          </a:prstGeom>
          <a:solidFill>
            <a:srgbClr val="158A93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3300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3182112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 sécurisée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0" y="3182112"/>
            <a:ext cx="2423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lint·SAST·CVE·DAST·signature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895344"/>
            <a:ext cx="52120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8368" y="4014216"/>
            <a:ext cx="365760" cy="365760"/>
          </a:xfrm>
          <a:prstGeom prst="ellipse">
            <a:avLst/>
          </a:prstGeom>
          <a:solidFill>
            <a:srgbClr val="0B5E8A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014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3895344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Observabilité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00400" y="3895344"/>
            <a:ext cx="2423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</a:t>
            </a:r>
            <a:endParaRPr lang="en-US" sz="1150" dirty="0"/>
          </a:p>
        </p:txBody>
      </p:sp>
      <p:pic>
        <p:nvPicPr>
          <p:cNvPr id="20" name="Image 0" descr="Architec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1871" y="868680"/>
            <a:ext cx="1969209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as Code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30352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417320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k3s / k3d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40280" y="145389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cluster Kubernetes léger (k3s lancé dans Docker via k3d)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30552"/>
            <a:ext cx="530352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130552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40280" y="21671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gestionnaire de paquets : installe les applications via des charts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843784"/>
            <a:ext cx="5303520" cy="603504"/>
          </a:xfrm>
          <a:prstGeom prst="roundRect">
            <a:avLst>
              <a:gd name="adj" fmla="val 10606"/>
            </a:avLst>
          </a:prstGeom>
          <a:solidFill>
            <a:srgbClr val="EEF5FA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2843784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40280" y="28803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l’orchestrateur : pilote Helm pour déployer Harbor + la surveillance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9320" y="1417320"/>
            <a:ext cx="2697480" cy="2148840"/>
          </a:xfrm>
          <a:prstGeom prst="roundRect">
            <a:avLst>
              <a:gd name="adj" fmla="val 2979"/>
            </a:avLst>
          </a:prstGeom>
          <a:solidFill>
            <a:srgbClr val="0F2438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99632" y="1572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Déploiement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99632" y="19659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init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9FB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Harbor + monitoring déployés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794760"/>
            <a:ext cx="8183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dire : </a:t>
            </a:r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Terraform pilote Helm pour installer Harbor et la surveillance sur k3s. Une commande, infra reproductible et versionnée. »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2 · LE CŒUR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CI sécurisée (bloquante)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5544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5361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8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194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hadolint·tflint·checkov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48840" y="1417320"/>
            <a:ext cx="15544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48840" y="15361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8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40280" y="1874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40280" y="2194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Semgrep — code au repos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794760" y="1417320"/>
            <a:ext cx="1554480" cy="1417320"/>
          </a:xfrm>
          <a:prstGeom prst="roundRect">
            <a:avLst>
              <a:gd name="adj" fmla="val 4516"/>
            </a:avLst>
          </a:prstGeom>
          <a:solidFill>
            <a:srgbClr val="EEF5FA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94760" y="15361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886200" y="1874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86200" y="2194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— exit-code 1 (bloquant)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40680" y="1417320"/>
            <a:ext cx="15544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40680" y="15361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8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532120" y="1874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32120" y="2194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 — appli en exécution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086600" y="1417320"/>
            <a:ext cx="15544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86600" y="15361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8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78040" y="1874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2194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Cosign keyless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3063240"/>
            <a:ext cx="8183880" cy="868680"/>
          </a:xfrm>
          <a:prstGeom prst="roundRect">
            <a:avLst>
              <a:gd name="adj" fmla="val 7368"/>
            </a:avLst>
          </a:prstGeom>
          <a:solidFill>
            <a:srgbClr val="0F2438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3232" y="31729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self-hosted :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dernier job pousse l’image dans Harbor (local) — les runners cloud ne peuvent pas l’atteindre, d’où un runner sur ma machine.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02920" y="4069080"/>
            <a:ext cx="8183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dire : </a:t>
            </a:r>
            <a:pPr indent="0" marL="0">
              <a:buNone/>
            </a:pPr>
            <a:r>
              <a:rPr lang="en-US" sz="1300" i="1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5 portes de sécurité ; si une échoue (ex. Trivy, exit-code 1), la livraison est bloquée. »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Observabilité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120640" cy="548640"/>
          </a:xfrm>
          <a:prstGeom prst="roundRect">
            <a:avLst>
              <a:gd name="adj" fmla="val 11667"/>
            </a:avLst>
          </a:prstGeom>
          <a:solidFill>
            <a:srgbClr val="EEF5FA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173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4173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Harbor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743200" y="145389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ses métriques + scanne (Trivy)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075688"/>
            <a:ext cx="512064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075688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07568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ServiceMonitor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743200" y="211226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à Prometheus de collecter (CRD)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734056"/>
            <a:ext cx="5120640" cy="548640"/>
          </a:xfrm>
          <a:prstGeom prst="roundRect">
            <a:avLst>
              <a:gd name="adj" fmla="val 11667"/>
            </a:avLst>
          </a:prstGeom>
          <a:solidFill>
            <a:srgbClr val="EEF5FA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734056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273405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Prometheus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743200" y="277063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et stocke les métriques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392424"/>
            <a:ext cx="512064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392424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5840" y="339242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Grafana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743200" y="342900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 le dashboard Registre &amp; CVE</a:t>
            </a:r>
            <a:endParaRPr lang="en-US" sz="1000" dirty="0"/>
          </a:p>
        </p:txBody>
      </p:sp>
      <p:pic>
        <p:nvPicPr>
          <p:cNvPr id="20" name="Image 0" descr="C:/Users/dylan/harbor-devsecops/docs/captures/grafana-cve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52160" y="1417320"/>
            <a:ext cx="2834640" cy="28346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02920" y="4114800"/>
            <a:ext cx="8183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dire : </a:t>
            </a:r>
            <a:pPr indent="0" marL="0">
              <a:buNone/>
            </a:pPr>
            <a:r>
              <a:rPr lang="en-US" sz="1250" i="1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Un exporter maison interroge l’API Harbor pour exposer les CVE par sévérité — c’est la source du dashboard. »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 &amp; réflexes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1691640" cy="530352"/>
          </a:xfrm>
          <a:prstGeom prst="roundRect">
            <a:avLst>
              <a:gd name="adj" fmla="val 8621"/>
            </a:avLst>
          </a:prstGeom>
          <a:solidFill>
            <a:srgbClr val="158A93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Livré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77440" y="1280160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Harbor par Terraform + pipeline CI bloquante verte + dashboard CVE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956816"/>
            <a:ext cx="1691640" cy="530352"/>
          </a:xfrm>
          <a:prstGeom prst="roundRect">
            <a:avLst>
              <a:gd name="adj" fmla="val 8621"/>
            </a:avLst>
          </a:prstGeom>
          <a:solidFill>
            <a:srgbClr val="158A93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956816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Réflexe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77440" y="1956816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= statique (code) · DAST = dynamique (appli en exécution)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633472"/>
            <a:ext cx="1691640" cy="530352"/>
          </a:xfrm>
          <a:prstGeom prst="roundRect">
            <a:avLst>
              <a:gd name="adj" fmla="val 8621"/>
            </a:avLst>
          </a:prstGeom>
          <a:solidFill>
            <a:srgbClr val="158A93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633472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Réflexe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77440" y="2633472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Bloquant » = Trivy exit-code 1 sur CVE HIGH/CRITICAL corrigeables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310128"/>
            <a:ext cx="1691640" cy="530352"/>
          </a:xfrm>
          <a:prstGeom prst="roundRect">
            <a:avLst>
              <a:gd name="adj" fmla="val 8621"/>
            </a:avLst>
          </a:prstGeom>
          <a:solidFill>
            <a:srgbClr val="158A93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310128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Réflexe 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77440" y="3310128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self-hosted : Harbor est local, injoignable depuis le cloud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986784"/>
            <a:ext cx="1691640" cy="530352"/>
          </a:xfrm>
          <a:prstGeom prst="roundRect">
            <a:avLst>
              <a:gd name="adj" fmla="val 8621"/>
            </a:avLst>
          </a:prstGeom>
          <a:solidFill>
            <a:srgbClr val="158A93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986784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Réflexe 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77440" y="3986784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depends_on : Prometheus avant Harbor (CRD ServiceMonitor)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github.com/KaTaKuRi-31/harbor-devsecops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TP3 — Synthèse (5 slides)</dc:title>
  <dc:subject>PptxGenJS Presentation</dc:subject>
  <dc:creator>Dylan TREPON</dc:creator>
  <cp:lastModifiedBy>Dylan TREPON</cp:lastModifiedBy>
  <cp:revision>1</cp:revision>
  <dcterms:created xsi:type="dcterms:W3CDTF">2026-06-24T18:07:59Z</dcterms:created>
  <dcterms:modified xsi:type="dcterms:W3CDTF">2026-06-24T18:07:59Z</dcterms:modified>
</cp:coreProperties>
</file>