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vous présenter ma pipeline DevSecOps, puis vous la démontrer en direct : du push jusqu’à Harbor et au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livrer des images de confiance. 3 piliers. À droite : du push GitHub jusqu’à Harbor + observabilité.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Lint+SAST parallèles (indépendants). build-scan-sign attend (needs). push-harbor sur self-hosted car Harbor local. Push avant sign car Cosign signe par le digest dans le registre.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portes. Bloquant = Trivy exit-code 1 sur CVE corrigeable. GHCR = pont cloud→local car Harbor injoignable depuis le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: Run workflow → montrer les 4 jobs verts → Harbor (image + scan) → Grafana (dashboard CVE).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du blocage : changer la base du Dockerfile (image vieille) → pipeline rouge à Trivy → push-harbor sauté → pas dans Harbor. Puis revert. Ou le prouver en local avec deux commandes Trivy (exit 0 vs exit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3 résultats. La démo live a déjà montré la pipeline, Harbor et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58A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DEVSECOPS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 sécurisée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démonstration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+ Terraform — du code jusqu’au registre, sécurisé et observable.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TREPON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&amp;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livraison d’une image jusqu’à un registre privé (Harbor), de façon automatisée et observable.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64261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11880" y="25146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Helm · k3s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374136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32461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sécurisée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2461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SAST · CVE · DAST · signature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410565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977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39776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050" dirty="0"/>
          </a:p>
        </p:txBody>
      </p:sp>
      <p:pic>
        <p:nvPicPr>
          <p:cNvPr id="20" name="Image 0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871" y="914400"/>
            <a:ext cx="196920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jobs : parallèle puis séquence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286000" cy="1554480"/>
          </a:xfrm>
          <a:prstGeom prst="roundRect">
            <a:avLst>
              <a:gd name="adj" fmla="val 4118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hadolint · tflint · checkov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74320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build-scan-sign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Trivy → ZAP → Cosign → GHCR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629400" y="1554480"/>
            <a:ext cx="2057400" cy="1554480"/>
          </a:xfrm>
          <a:prstGeom prst="roundRect">
            <a:avLst>
              <a:gd name="adj" fmla="val 4118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push-harbor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self-hosted → pousse dans Harbor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Indépendants → en parallèle.  Dépendants (needs) → en séquence : on ne construit pas si le code est mauvais, et on ne pousse pas une image pas encore signée.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Déclenchée par « Run workflow » (workflow_dispatch) pour inclure la publication vers Harbor.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portes bloquantes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IaC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55448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028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(code)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155448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(bloquant)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55448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(appli)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86600" y="155448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Bloquante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657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avec exit-code 1 : une CVE HIGH/CRITICAL corrigeable arrête la pipeline. L’image n’est pas publiée.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GHCR puis Harbor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3657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L’image signée part sur GHCR (cloud), puis un runner self-hosted la pousse dans Harbor (registre local).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lancement au dashboard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572000" cy="731520"/>
          </a:xfrm>
          <a:prstGeom prst="roundRect">
            <a:avLst>
              <a:gd name="adj" fmla="val 875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37360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6093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Run workflow » → les 4 jobs passent au vert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4572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606040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478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l’image poussée + son scan de vulnérabilités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572000" cy="731520"/>
          </a:xfrm>
          <a:prstGeom prst="roundRect">
            <a:avLst>
              <a:gd name="adj" fmla="val 875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474720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291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3467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des CVE par sévérité</a:t>
            </a:r>
            <a:endParaRPr lang="en-US" sz="1050" dirty="0"/>
          </a:p>
        </p:txBody>
      </p:sp>
      <p:pic>
        <p:nvPicPr>
          <p:cNvPr id="19" name="Image 0" descr="C:/Users/dylan/harbor-devsecops/docs/captures/grafana-cv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554480"/>
            <a:ext cx="3291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pipeline bloque vraiment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2743200"/>
          </a:xfrm>
          <a:prstGeom prst="roundRect">
            <a:avLst>
              <a:gd name="adj" fmla="val 2333"/>
            </a:avLst>
          </a:prstGeom>
          <a:solidFill>
            <a:srgbClr val="EAF6EE"/>
          </a:solidFill>
          <a:ln w="12700">
            <a:solidFill>
              <a:srgbClr val="2E7D4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saine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→ exit 0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tous les jobs verts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image signée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publiée dans Harbor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977640" cy="2743200"/>
          </a:xfrm>
          <a:prstGeom prst="roundRect">
            <a:avLst>
              <a:gd name="adj" fmla="val 2333"/>
            </a:avLst>
          </a:prstGeom>
          <a:solidFill>
            <a:srgbClr val="FBED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vulnérable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→ exit 1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le job échoue (rouge)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push-harbor sauté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jamais publiée dans Harbor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: une image saine passe et arrive dans Harbor ; une image volontairement vulnérable est bloquée par Trivy et n’y arrive jamais.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71800" y="14630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+ supervision déployés par Terraform sur k3s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31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23317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bloquante : lint, SAST, CVE, DAST, signature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16324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004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32004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des vulnérabilités (CVE) du registre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github.com/KaTaKuRi-31/harbor-devsecops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je reste disponible pour vos questions.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TP3 DevSecOps — Pipeline &amp; Démonstration</dc:title>
  <dc:subject>PptxGenJS Presentation</dc:subject>
  <dc:creator>Dylan TREPON</dc:creator>
  <cp:lastModifiedBy>Dylan TREPON</cp:lastModifiedBy>
  <cp:revision>1</cp:revision>
  <dcterms:created xsi:type="dcterms:W3CDTF">2026-06-25T12:22:38Z</dcterms:created>
  <dcterms:modified xsi:type="dcterms:W3CDTF">2026-06-25T12:22:38Z</dcterms:modified>
</cp:coreProperties>
</file>