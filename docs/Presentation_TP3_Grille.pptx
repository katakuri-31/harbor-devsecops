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Ouverture : Harbor par IaC, pipeline bloquante, observabilité. 3 piliers.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Critère 1 (expliquer) + 2 (où ça s’intègre). Shift-left + blocage.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Critère 3. IaC + durcissement + secrets + privé.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Critère 5. 5 portes + signature = artéfact sécurisé.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Critère 4. Obs orientée sécurité (CVE), pas seulement santé.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Critère 7 (le moins évident) : obtenir = scans/métriques ; communiquer = dashboard, rapports, signature, alertes.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Cette slide montre au jury que chaque compétence de la grille est couverte. Proposer une démo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· DEVSECOPS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Harbor + Terraform + CI sécurisée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un registre d’images privé (Harbor) par Infrastructure as Code, sécuriser sa chaîne de livraison, et la rendre observable.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468880"/>
            <a:ext cx="52120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2587752"/>
            <a:ext cx="365760" cy="365760"/>
          </a:xfrm>
          <a:prstGeom prst="ellipse">
            <a:avLst/>
          </a:prstGeom>
          <a:solidFill>
            <a:srgbClr val="0B5E8A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2587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46888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2468880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+ Helm sur k3s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182112"/>
            <a:ext cx="5212080" cy="603504"/>
          </a:xfrm>
          <a:prstGeom prst="roundRect">
            <a:avLst>
              <a:gd name="adj" fmla="val 10606"/>
            </a:avLst>
          </a:prstGeom>
          <a:solidFill>
            <a:srgbClr val="EEF5F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" y="3300984"/>
            <a:ext cx="365760" cy="365760"/>
          </a:xfrm>
          <a:prstGeom prst="ellipse">
            <a:avLst/>
          </a:prstGeom>
          <a:solidFill>
            <a:srgbClr val="158A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3300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3182112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 sécurisée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3182112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lint·SAST·CVE·DAST·signature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895344"/>
            <a:ext cx="52120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" y="4014216"/>
            <a:ext cx="365760" cy="365760"/>
          </a:xfrm>
          <a:prstGeom prst="ellipse">
            <a:avLst/>
          </a:prstGeom>
          <a:solidFill>
            <a:srgbClr val="0B5E8A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3895344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Observabilité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00400" y="3895344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1100" dirty="0"/>
          </a:p>
        </p:txBody>
      </p:sp>
      <p:pic>
        <p:nvPicPr>
          <p:cNvPr id="20" name="Image 0" descr="Architec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1871" y="868680"/>
            <a:ext cx="1969209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1 &amp;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concepts DevSecOps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83880" cy="457200"/>
          </a:xfrm>
          <a:prstGeom prst="roundRect">
            <a:avLst>
              <a:gd name="adj" fmla="val 10000"/>
            </a:avLst>
          </a:prstGeom>
          <a:solidFill>
            <a:srgbClr val="EEF5F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: </a:t>
            </a:r>
            <a:pPr indent="0" marL="0">
              <a:buNone/>
            </a:pPr>
            <a:r>
              <a:rPr lang="en-US" sz="1250" i="1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les concepts · Comprendre où ils s’intègrent en production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8183880" cy="566928"/>
          </a:xfrm>
          <a:prstGeom prst="roundRect">
            <a:avLst>
              <a:gd name="adj" fmla="val 11290"/>
            </a:avLst>
          </a:prstGeom>
          <a:solidFill>
            <a:srgbClr val="EEF5F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201168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03911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= intégrer la sécurité DANS la chaîne CI/CD, automatisée et au plus tôt (« shift-left »).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670048"/>
            <a:ext cx="81838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" y="2670048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697480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le build : lint + SAST (code). Sur l’artefact : scan CVE + DAST. Avant publication : signature.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328416"/>
            <a:ext cx="8183880" cy="566928"/>
          </a:xfrm>
          <a:prstGeom prst="roundRect">
            <a:avLst>
              <a:gd name="adj" fmla="val 11290"/>
            </a:avLst>
          </a:prstGeom>
          <a:solidFill>
            <a:srgbClr val="EEF5F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" y="3328416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355848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registre : re-scan continu. En production : observabilité des vulnérabilités.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986784"/>
            <a:ext cx="81838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3986784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4014216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porte qui échoue BLOQUE la livraison — la sécurité est présente à chaque phase, pas à la fin.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4526280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dire : </a:t>
            </a:r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DevOps = livrer vite ; DevSecOps = livrer vite ET sûr, avec des contrôles automatiques à chaque étape. »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sécurisée par IaC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83880" cy="457200"/>
          </a:xfrm>
          <a:prstGeom prst="roundRect">
            <a:avLst>
              <a:gd name="adj" fmla="val 10000"/>
            </a:avLst>
          </a:prstGeom>
          <a:solidFill>
            <a:srgbClr val="EEF5F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: </a:t>
            </a:r>
            <a:pPr indent="0" marL="0">
              <a:buNone/>
            </a:pPr>
            <a:r>
              <a:rPr lang="en-US" sz="1250" i="1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Maîtriser une infrastructure sécurisée (K8s) via de l’IaC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8183880" cy="566928"/>
          </a:xfrm>
          <a:prstGeom prst="roundRect">
            <a:avLst>
              <a:gd name="adj" fmla="val 11290"/>
            </a:avLst>
          </a:prstGeom>
          <a:solidFill>
            <a:srgbClr val="EEF5F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201168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03911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k3s (via k3d) décrit en IaC : Terraform pilote Helm pour déployer Harbor + la supervision.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670048"/>
            <a:ext cx="81838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" y="2670048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697480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par namespaces (harbor / monitoring) ; infra reproductible, versionnée, idempotente.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328416"/>
            <a:ext cx="8183880" cy="566928"/>
          </a:xfrm>
          <a:prstGeom prst="roundRect">
            <a:avLst>
              <a:gd name="adj" fmla="val 11290"/>
            </a:avLst>
          </a:prstGeom>
          <a:solidFill>
            <a:srgbClr val="EEF5F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" y="3328416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355848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Conteneurs durcis : utilisateur non-root, FS en lecture seule, capabilities supprimées, sondes.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986784"/>
            <a:ext cx="81838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3986784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4014216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jamais en clair (set_sensitive / secret Kubernetes) ; registre Harbor privé.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4526280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dire : </a:t>
            </a:r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Mon infra est en IaC, isolée, durcie, avec des secrets protégés et un registre privé. »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5 · LE CŒUR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CICD : sécuriser l’artéfact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83880" cy="457200"/>
          </a:xfrm>
          <a:prstGeom prst="roundRect">
            <a:avLst>
              <a:gd name="adj" fmla="val 10000"/>
            </a:avLst>
          </a:prstGeom>
          <a:solidFill>
            <a:srgbClr val="EEF5F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: </a:t>
            </a:r>
            <a:pPr indent="0" marL="0">
              <a:buNone/>
            </a:pPr>
            <a:r>
              <a:rPr lang="en-US" sz="1250" i="1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Sécuriser une pipeline CICD permettant de sécuriser la création d’artéfact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15544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0665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26700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+ IaC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48840" y="1965960"/>
            <a:ext cx="15544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48840" y="20665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40280" y="2377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SAST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240280" y="26700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 (code)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94760" y="1965960"/>
            <a:ext cx="1554480" cy="1280160"/>
          </a:xfrm>
          <a:prstGeom prst="roundRect">
            <a:avLst>
              <a:gd name="adj" fmla="val 5000"/>
            </a:avLst>
          </a:prstGeom>
          <a:solidFill>
            <a:srgbClr val="EEF5F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94760" y="20665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86200" y="2377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886200" y="26700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— exit-code 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40680" y="1965960"/>
            <a:ext cx="15544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40680" y="20665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32120" y="2377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532120" y="26700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 (appli)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086600" y="1965960"/>
            <a:ext cx="15544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086600" y="20665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78040" y="2377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178040" y="26700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Cosign keyless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3383280"/>
            <a:ext cx="8183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l’artéfact (l’image) n’est publié que s’il passe toutes les portes, puis il est signé.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3931920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dire : </a:t>
            </a:r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Chaque image passe 5 portes ; un échec (ex. Trivy exit-code 1) bloque. L’artefact livré est contrôlé et signé. »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Observabilité orientée sécurité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83880" cy="457200"/>
          </a:xfrm>
          <a:prstGeom prst="roundRect">
            <a:avLst>
              <a:gd name="adj" fmla="val 10000"/>
            </a:avLst>
          </a:prstGeom>
          <a:solidFill>
            <a:srgbClr val="EEF5F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: </a:t>
            </a:r>
            <a:pPr indent="0" marL="0">
              <a:buNone/>
            </a:pPr>
            <a:r>
              <a:rPr lang="en-US" sz="1250" i="1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l’observabilité à un contexte DevSecOps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8183880" cy="566928"/>
          </a:xfrm>
          <a:prstGeom prst="roundRect">
            <a:avLst>
              <a:gd name="adj" fmla="val 11290"/>
            </a:avLst>
          </a:prstGeom>
          <a:solidFill>
            <a:srgbClr val="EEF5F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201168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03911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: Harbor expose → ServiceMonitor (CRD) → Prometheus collecte/stocke → Grafana affiche.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670048"/>
            <a:ext cx="81838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" y="2670048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697480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Observabilité tournée SÉCURITÉ : le dashboard suit les vulnérabilités (CVE) par sévérité, pas que la santé.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328416"/>
            <a:ext cx="8183880" cy="566928"/>
          </a:xfrm>
          <a:prstGeom prst="roundRect">
            <a:avLst>
              <a:gd name="adj" fmla="val 11290"/>
            </a:avLst>
          </a:prstGeom>
          <a:solidFill>
            <a:srgbClr val="EEF5F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" y="3328416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355848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exporter maison interroge l’API Harbor pour exposer le détail des CVE en métriques.</a:t>
            </a:r>
            <a:endParaRPr lang="en-US" sz="1250" dirty="0"/>
          </a:p>
        </p:txBody>
      </p:sp>
      <p:pic>
        <p:nvPicPr>
          <p:cNvPr id="15" name="Image 0" descr="C:/Users/dylan/harbor-devsecops/docs/captures/grafana-cve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3154680"/>
            <a:ext cx="2743200" cy="1417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02920" y="4069080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dire : </a:t>
            </a:r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J’ai orienté la supervision vers la sécurité : mon dashboard suit les CVE par sévérité. »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Obtenir &amp; communiquer la sécurité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83880" cy="457200"/>
          </a:xfrm>
          <a:prstGeom prst="roundRect">
            <a:avLst>
              <a:gd name="adj" fmla="val 10000"/>
            </a:avLst>
          </a:prstGeom>
          <a:solidFill>
            <a:srgbClr val="EEF5F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: </a:t>
            </a:r>
            <a:pPr indent="0" marL="0">
              <a:buNone/>
            </a:pPr>
            <a:r>
              <a:rPr lang="en-US" sz="1250" i="1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Obtenir et communiquer les informations de sécurité au sein d’une organisation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3977640" cy="2103120"/>
          </a:xfrm>
          <a:prstGeom prst="roundRect">
            <a:avLst>
              <a:gd name="adj" fmla="val 3043"/>
            </a:avLst>
          </a:prstGeom>
          <a:solidFill>
            <a:srgbClr val="EEF5F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21762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Obtenir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260604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Scans de vulnérabilités : Trivy en CI + scanner intégré de Harbor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Métriques CVE collectées par Prometheus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2011680"/>
            <a:ext cx="397764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19472" y="21762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Communiquer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19472" y="260604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 Grafana partagé (visible par l’équipe)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Rapports téléchargeables (ZAP, UI Harbor)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Signature vérifiable par un tiers (cosign verify)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Évolution possible : alertes Alertmanager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4297680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dire : </a:t>
            </a:r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J’obtiens l’info via les scans, je la communique via le dashboard partagé, les rapports et la signature vérifiable. »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Couverture de la grille d’évaluation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818388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5262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Compétence évaluée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Preuve dans mon projet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8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Expliquer les concepts DevSecOps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Shift-left + pipeline bloquante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Où s’intègrent les pratiques en prod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Sécurité à chaque étape du cycle CI/CD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Maîtriser une infra sécurisée (IaC)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k3s par Terraform, durci, secrets protégés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Adapter l’observabilité au DevSecOps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CVE (Prometheus/Grafana)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Sécuriser la pipeline / l’artéfact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portes + signature Cosign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Déployer des outils de sécurisation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hadolint, checkov, Semgrep, Trivy, ZAP, Cosign, Harbor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Obtenir &amp; communiquer la sécurité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Scans → dashboard partagé, rapports, signature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TP3 DevSecOps — Présentation alignée sur la grille</dc:title>
  <dc:subject>PptxGenJS Presentation</dc:subject>
  <dc:creator>Dylan TREPON</dc:creator>
  <cp:lastModifiedBy>Dylan TREPON</cp:lastModifiedBy>
  <cp:revision>1</cp:revision>
  <dcterms:created xsi:type="dcterms:W3CDTF">2026-06-24T18:31:14Z</dcterms:created>
  <dcterms:modified xsi:type="dcterms:W3CDTF">2026-06-24T18:31:14Z</dcterms:modified>
</cp:coreProperties>
</file>