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Bonjour, je vais vous présenter mon projet DevSecOps : un registre Harbor déployé par Infrastructure as Code, avec une pipeline CI sécurisée et de l’observabilité.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projet s’articule en 3 piliers. À droite, le parcours : du push GitHub jusqu’à Harbor, en passant par les contrôles de sécurité, puis l’observabilité.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k3s/k3d = cluster, Helm = paquets, Terraform = orchestrateur (il pilote Helm). Avantages : reproductible, versionné, idempotent.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portes : lint, SAST, CVE (Trivy bloquant exit-code 1), DAST, signature Cosign keyless. Push Harbor par runner self-hosted car Harbor est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Chaîne : Harbor → ServiceMonitor (CRD) → Prometheus → Grafana. Observabilité orientée sécurité (CVE), alimentée par un exporter qui interroge l’API Harbor.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sur les 3 résultats et proposer la démo live (lancer la pipeline, montrer Harbor et Grafana).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43000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158A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43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DEVSECOPS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Harbor + Terraform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Pipeline CI sécurisée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d’un registre d’images privé, sécurisé de bout en bout et observable.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Dylan TREPON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D’ENSEMBLE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 &amp;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Harbor (registre d’images privé) par Infrastructure as Code, sécuriser sa chaîne de livraison, et la rendre observable.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51663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2642616"/>
            <a:ext cx="365760" cy="365760"/>
          </a:xfrm>
          <a:prstGeom prst="ellipse">
            <a:avLst/>
          </a:prstGeom>
          <a:solidFill>
            <a:srgbClr val="0B5E8A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2642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251460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as Code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611880" y="251460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Helm · k3s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246120"/>
            <a:ext cx="5166360" cy="621792"/>
          </a:xfrm>
          <a:prstGeom prst="roundRect">
            <a:avLst>
              <a:gd name="adj" fmla="val 10294"/>
            </a:avLst>
          </a:prstGeom>
          <a:solidFill>
            <a:srgbClr val="EEF5F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7512" y="3374136"/>
            <a:ext cx="365760" cy="365760"/>
          </a:xfrm>
          <a:prstGeom prst="ellipse">
            <a:avLst/>
          </a:prstGeom>
          <a:solidFill>
            <a:srgbClr val="158A93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3374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70432" y="324612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 sécurisée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11880" y="324612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· SAST · CVE · DAST · signature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977640"/>
            <a:ext cx="51663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7512" y="4105656"/>
            <a:ext cx="365760" cy="365760"/>
          </a:xfrm>
          <a:prstGeom prst="ellipse">
            <a:avLst/>
          </a:prstGeom>
          <a:solidFill>
            <a:srgbClr val="0B5E8A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" y="4105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70432" y="397764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Observabilité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611880" y="397764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· Grafana</a:t>
            </a:r>
            <a:endParaRPr lang="en-US" sz="1050" dirty="0"/>
          </a:p>
        </p:txBody>
      </p:sp>
      <p:pic>
        <p:nvPicPr>
          <p:cNvPr id="20" name="Image 0" descr="Architec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1871" y="914400"/>
            <a:ext cx="1969209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as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349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5448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k3s / k3d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2286000" y="160020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cluster Kubernetes léger (k3s lancé dans Docker via k3d).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331720"/>
            <a:ext cx="5349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33172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Helm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286000" y="237744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gestionnaire de paquets : installe les applications via des charts.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08960"/>
            <a:ext cx="5349240" cy="658368"/>
          </a:xfrm>
          <a:prstGeom prst="roundRect">
            <a:avLst>
              <a:gd name="adj" fmla="val 9722"/>
            </a:avLst>
          </a:prstGeom>
          <a:solidFill>
            <a:srgbClr val="EEF5F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10896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286000" y="315468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L’orchestrateur : pilote Helm pour déployer Harbor et la supervision.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554480"/>
            <a:ext cx="2651760" cy="2212848"/>
          </a:xfrm>
          <a:prstGeom prst="roundRect">
            <a:avLst>
              <a:gd name="adj" fmla="val 2893"/>
            </a:avLst>
          </a:prstGeom>
          <a:solidFill>
            <a:srgbClr val="0F2438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36208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Déploiement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36208" y="21945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2920" y="4069080"/>
            <a:ext cx="8183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reproductible, versionnée et idempotente.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2 · LE CŒUR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CI sécurisée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5544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737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21214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4505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+ IaC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48840" y="1600200"/>
            <a:ext cx="15544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48840" y="1737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40280" y="21214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40280" y="24505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 (code)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94760" y="1600200"/>
            <a:ext cx="1554480" cy="1371600"/>
          </a:xfrm>
          <a:prstGeom prst="roundRect">
            <a:avLst>
              <a:gd name="adj" fmla="val 4667"/>
            </a:avLst>
          </a:prstGeom>
          <a:solidFill>
            <a:srgbClr val="EEF5F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94760" y="1737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86200" y="21214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86200" y="24505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(bloquant)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40680" y="1600200"/>
            <a:ext cx="15544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40680" y="1737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32120" y="21214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32120" y="24505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 (appli)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086600" y="1600200"/>
            <a:ext cx="15544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86600" y="1737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21214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24505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Cosign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3246120"/>
            <a:ext cx="3977640" cy="1325880"/>
          </a:xfrm>
          <a:prstGeom prst="roundRect">
            <a:avLst>
              <a:gd name="adj" fmla="val 4828"/>
            </a:avLst>
          </a:prstGeom>
          <a:solidFill>
            <a:srgbClr val="EEF5F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3232" y="3383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Bloquante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3232" y="37033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contrôle qui échoue (ex. Trivy, exit-code 1 sur CVE corrigeable) arrête la pipeline : l’image n’est pas publiée.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09160" y="3246120"/>
            <a:ext cx="397764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19472" y="3383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Publication interne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19472" y="37033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L’image signée part sur GHCR, puis un runner self-hosted la pousse dans Harbor (registre local, hors du cloud).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074920" cy="566928"/>
          </a:xfrm>
          <a:prstGeom prst="roundRect">
            <a:avLst>
              <a:gd name="adj" fmla="val 11290"/>
            </a:avLst>
          </a:prstGeom>
          <a:solidFill>
            <a:srgbClr val="EEF5F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5448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Harbor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743200" y="1591056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ses métriques + scanne (Trivy)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2231136"/>
            <a:ext cx="50749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231136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23113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ServiceMonitor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43200" y="2267712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indique à Prometheus de collecter (CRD)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907792"/>
            <a:ext cx="5074920" cy="566928"/>
          </a:xfrm>
          <a:prstGeom prst="roundRect">
            <a:avLst>
              <a:gd name="adj" fmla="val 11290"/>
            </a:avLst>
          </a:prstGeom>
          <a:solidFill>
            <a:srgbClr val="EEF5F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907792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290779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Prometheus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743200" y="2944368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et stocke les métriques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584448"/>
            <a:ext cx="50749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584448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35844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Grafana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743200" y="3621024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 le dashboard Registre &amp; CVE</a:t>
            </a:r>
            <a:endParaRPr lang="en-US" sz="950" dirty="0"/>
          </a:p>
        </p:txBody>
      </p:sp>
      <p:pic>
        <p:nvPicPr>
          <p:cNvPr id="20" name="Image 0" descr="C:/Users/dylan/harbor-devsecops/docs/captures/grafana-cve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06440" y="1554480"/>
            <a:ext cx="2880360" cy="28803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02920" y="43434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64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dashboard suit les vulnérabilités (CVE) par sévérité, pas seulement la santé du registre.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8183880" cy="713232"/>
          </a:xfrm>
          <a:prstGeom prst="roundRect">
            <a:avLst>
              <a:gd name="adj" fmla="val 8974"/>
            </a:avLst>
          </a:prstGeom>
          <a:solidFill>
            <a:srgbClr val="16324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46304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971800" y="146304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Harbor + supervision déployés par Terraform sur k3s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8183880" cy="713232"/>
          </a:xfrm>
          <a:prstGeom prst="roundRect">
            <a:avLst>
              <a:gd name="adj" fmla="val 8974"/>
            </a:avLst>
          </a:prstGeom>
          <a:solidFill>
            <a:srgbClr val="16324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33172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71800" y="233172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 bloquante : lint, SAST, CVE, DAST, signature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200400"/>
            <a:ext cx="8183880" cy="713232"/>
          </a:xfrm>
          <a:prstGeom prst="roundRect">
            <a:avLst>
              <a:gd name="adj" fmla="val 8974"/>
            </a:avLst>
          </a:prstGeom>
          <a:solidFill>
            <a:srgbClr val="16324A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20040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71800" y="320040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Grafana des vulnérabilités (CVE) du registre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github.com/KaTaKuRi-31/harbor-devsecops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— démonstration possible : exécution de la pipeline, Harbor et Grafana en direct.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TP3 DevSecOps — Harbor + Terraform + CI sécurisée</dc:title>
  <dc:subject>PptxGenJS Presentation</dc:subject>
  <dc:creator>Dylan TREPON</dc:creator>
  <cp:lastModifiedBy>Dylan TREPON</cp:lastModifiedBy>
  <cp:revision>1</cp:revision>
  <dcterms:created xsi:type="dcterms:W3CDTF">2026-06-25T06:47:13Z</dcterms:created>
  <dcterms:modified xsi:type="dcterms:W3CDTF">2026-06-25T06:47:13Z</dcterms:modified>
</cp:coreProperties>
</file>