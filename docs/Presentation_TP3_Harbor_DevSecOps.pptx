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 d’ouverture : J’ai déployé un registre Harbor par Infrastructure as Code, sécurisé sa chaîne de livraison avec une pipeline DevSecOps bloquante, et rendu le tout observable via Prometheus et Grafana.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TP s’appelle DevSecOps : le cœur est la chaîne de sécurité. Terraform installe, la CI sécurise, Prometheus/Grafana surveillent.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: Harbor est local, donc le push vers Harbor passe par un runner self-hosted, pas par le cloud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pilier 2 (sécurité) est le plus important à l’oral. Les deux autres pèsent ~25% chacun.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Distinction clé : Helm = paquets (charts), Terraform = orchestrateur. Ne jamais dire minikube : c’est k3s via k3d.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garanties. depends_on = ordre à cause de la CRD ServiceMonitor. set_sensitive = secret masqué.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Défense en profondeur : 5 angles complémentaires. Si une porte échoue, la livraison est bloquée.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quasi garantie : différence SAST/DAST. Et bloquant = exit-code 1 de Trivy.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Keyless : pas de clé privée, identité = workflow via OIDC, certificat Fulcio, preuve Rekor.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question piège n°1. Réponse : Harbor local injoignable depuis le cloud → runner self-hosted pour la publication interne.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Chaîne : Harbor expose, ServiceMonitor indique à Prometheus de collecter, Grafana affiche. L’exporter maison ajoute le détail CVE.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en live si possible : Grafana sur localhost:30091 et l’onglet Actions du dépôt.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Conclure sur les 3 réflexes. Proposer une démo live (pipeline, dashboard, cosign verify).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60120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158A9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960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TP3 · DEVSECOPS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Harbor + Terraform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Pipeline CI sécurisée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3200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un registre d’images par Infrastructure as Code, sécuriser sa chaîne de livraison et la rendre observable.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(Terraform/Helm) </a:t>
            </a:r>
            <a:pPr indent="0" marL="0">
              <a:buNone/>
            </a:pPr>
            <a:r>
              <a:rPr lang="en-US" sz="1200" dirty="0">
                <a:solidFill>
                  <a:srgbClr val="A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CI sécurisée (lint·SAST·CVE·DAST·signature)  ·  </a:t>
            </a:r>
            <a:pPr indent="0" marL="0">
              <a:buNone/>
            </a:pPr>
            <a:r>
              <a:rPr lang="en-US" sz="1200" b="1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Dylan TREPON   ·   github.com/KaTaKuRi-31/harbor-devsecops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 du projet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place un 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d’images Docker d’entreprise (Harbor)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installé automatiquement et sécurisé de bout en bout.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4688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repose sur un mini-Kubernetes local (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k3s via k3d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et un dépôt GitHub avec une pipeline qui s’exécute à chaque modification du code.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0" y="1325880"/>
            <a:ext cx="2834640" cy="3200400"/>
          </a:xfrm>
          <a:prstGeom prst="roundRect">
            <a:avLst>
              <a:gd name="adj" fmla="val 2258"/>
            </a:avLst>
          </a:prstGeom>
          <a:solidFill>
            <a:srgbClr val="EEF5FA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8076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composantes imposées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80760" y="19659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Helm · k3s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sécurisée (DevSecOps)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· SAST · CVE · DAST · signature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Observabilité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· Grafana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D’ENSEMBLE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000" dirty="0"/>
          </a:p>
        </p:txBody>
      </p:sp>
      <p:pic>
        <p:nvPicPr>
          <p:cNvPr id="4" name="Image 0" descr="Architec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3278" y="777240"/>
            <a:ext cx="1906362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417320"/>
            <a:ext cx="4297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parcours, du code à Harbor :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 développeur pousse son code sur GitHub.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GitHub Actions (runners hébergés) enchaîne les contrôles : lint → SAST → build → CVE → DAST → signature → GHCR.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Un runner self-hosted (poste local) tire l’image signée et la pousse dans Harbor.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Harbor la re-scanne ; Prometheus collecte les métriques ; Grafana les affiche.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trois piliers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560320" cy="3017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0B5E8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04088" y="2331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as Code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04088" y="30175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pilote Helm pour déployer Harbor + la surveillance sur k3s.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4088" y="4069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oral ≈ 25 %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417320"/>
            <a:ext cx="2560320" cy="3017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0440" y="1645920"/>
            <a:ext cx="548640" cy="548640"/>
          </a:xfrm>
          <a:prstGeom prst="ellipse">
            <a:avLst/>
          </a:prstGeom>
          <a:solidFill>
            <a:srgbClr val="158A93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93008" y="2331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 sécurisée (DevSecOps)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93008" y="30175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portes bloquantes : lint, SAST, CVE, DAST, signature Cosign.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93008" y="4069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oral ≈ 45 %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1417320"/>
            <a:ext cx="2560320" cy="3017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645920"/>
            <a:ext cx="548640" cy="548640"/>
          </a:xfrm>
          <a:prstGeom prst="ellipse">
            <a:avLst/>
          </a:prstGeom>
          <a:solidFill>
            <a:srgbClr val="0B5E8A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81928" y="2331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Observabilité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81928" y="30175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Harbor → Prometheus → Grafana : métriques du registre et CVE.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81928" y="4069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oral ≈ 25 %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1 · IAC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Terraform, Helm, k3s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2120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173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k3s / k3d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148840" y="148132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cluster Kubernetes léger qui héberge tout (k3d = k3s dans Docker).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258568"/>
            <a:ext cx="52120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258568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148840" y="2322576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gestionnaire de paquets de Kubernetes : installe les applications via des charts.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099816"/>
            <a:ext cx="5212080" cy="731520"/>
          </a:xfrm>
          <a:prstGeom prst="roundRect">
            <a:avLst>
              <a:gd name="adj" fmla="val 8750"/>
            </a:avLst>
          </a:prstGeom>
          <a:solidFill>
            <a:srgbClr val="EEF5FA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3099816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148840" y="316382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L’orchestrateur IaC : pilote Helm, suit l’état, gère l’ordre des dépendances.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97880" y="1417320"/>
            <a:ext cx="2788920" cy="2523744"/>
          </a:xfrm>
          <a:prstGeom prst="roundRect">
            <a:avLst>
              <a:gd name="adj" fmla="val 2536"/>
            </a:avLst>
          </a:prstGeom>
          <a:solidFill>
            <a:srgbClr val="0F2438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seule commande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201168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9FB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prépare (providers)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9FB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prévisualise le diff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9FB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déploie réellement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: réappliquer ne casse rien.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1 · LE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main.tf : deux points à savoir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77640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depends_on  (l’ordre)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Impose l’ordre d’installation :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AVANT Harbor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? Harbor crée un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ServiceMonitor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qui est une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CRD fournie par la stack Prometheus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Sans cet ordre, la création échoue.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09160" y="1417320"/>
            <a:ext cx="3977640" cy="3063240"/>
          </a:xfrm>
          <a:prstGeom prst="roundRect">
            <a:avLst>
              <a:gd name="adj" fmla="val 2090"/>
            </a:avLst>
          </a:prstGeom>
          <a:solidFill>
            <a:srgbClr val="EEF5FA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set_sensitive  (les secrets)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20574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 les mots de passe (Harbor, Grafana) en les marquant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→ masqués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les logs et le plan Terraform.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fichier values, ils apparaîtraient en clair.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2 · DEVSECOPS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5 portes de sécurité (bloquantes)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81381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560320"/>
                <a:gridCol w="4023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Outil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qui est inspecté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hadolint · tflint · checkov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Qualité/sécurité du Dockerfile et de l’IaC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Semgrep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code source, analysé sans l’exécuter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Vulnérabilités connues des dépendances / 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OWASP ZAP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L’application en cours d’exécution (attaque externe)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Cosign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Signe l’image : preuve d’origine (supply chain)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outil regarde un angle différent : le fichier, le code, les dépendances, l’appli vivante, l’authenticité.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2 ·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SAST vs DAST, et « bloquant 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974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72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SAST — statique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 analyse le CODE SOURCE au repos, sans l’exécuter. Cherche des motifs dangereux.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417320"/>
            <a:ext cx="26974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572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DAST — dynamique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20440" y="20116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ZAP teste l’APPLI EN EXÉCUTION, de l’extérieur, comme un attaquant.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2514600" cy="2194560"/>
          </a:xfrm>
          <a:prstGeom prst="roundRect">
            <a:avLst>
              <a:gd name="adj" fmla="val 2917"/>
            </a:avLst>
          </a:prstGeom>
          <a:solidFill>
            <a:srgbClr val="0F2438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1572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Bloquant »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55080" y="20116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Trivy --exit-code 1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HIGH/CRITICAL corrigeables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code 1 = pipeline rouge, image non livrée.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: </a:t>
            </a:r>
            <a:pPr indent="0" marL="0">
              <a:buNone/>
            </a:pPr>
            <a:r>
              <a:rPr lang="en-US" sz="13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sur l’app à jour → 0 (vert) ;  sur python:3.9-bullseye → 1 (rouge, 7 CVE Critical).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292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Mnémo : SAST = Statique (code éteint) · DAST = Dynamique (appli allumée).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2 · SIGNATURE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 Cosign « keyless »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signer ?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l’origine et l’intégrité de l’image (sécurité de la chaîne d’approvisionnement / supply chain).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3931920" cy="914400"/>
          </a:xfrm>
          <a:prstGeom prst="roundRect">
            <a:avLst>
              <a:gd name="adj" fmla="val 7000"/>
            </a:avLst>
          </a:prstGeom>
          <a:solidFill>
            <a:srgbClr val="EEF5FA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39572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5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Keyless = sans clé privée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à gérer ni à voler : pas de secret de signature.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2286000"/>
            <a:ext cx="3931920" cy="914400"/>
          </a:xfrm>
          <a:prstGeom prst="roundRect">
            <a:avLst>
              <a:gd name="adj" fmla="val 7000"/>
            </a:avLst>
          </a:prstGeom>
          <a:solidFill>
            <a:srgbClr val="EEF5FA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239572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5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Identité = le workflow GitHub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46320" y="27432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Prouvée par OIDC (le jeton du workflow).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337560"/>
            <a:ext cx="3931920" cy="914400"/>
          </a:xfrm>
          <a:prstGeom prst="roundRect">
            <a:avLst>
              <a:gd name="adj" fmla="val 7000"/>
            </a:avLst>
          </a:prstGeom>
          <a:solidFill>
            <a:srgbClr val="EEF5FA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44728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5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 éphémère : Fulcio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85800" y="37947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Émis pour la signature, puis expiré.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337560"/>
            <a:ext cx="3931920" cy="914400"/>
          </a:xfrm>
          <a:prstGeom prst="roundRect">
            <a:avLst>
              <a:gd name="adj" fmla="val 7000"/>
            </a:avLst>
          </a:prstGeom>
          <a:solidFill>
            <a:srgbClr val="EEF5FA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344728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5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Preuve publique : Rekor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846320" y="37947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de transparence infalsifiable.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cosign verify … prouve que l’image vient bien de TON dépôt et de TON workflow.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2 · QUESTION PIÈGE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Runners : hébergés vs self-hosted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77640" cy="2286000"/>
          </a:xfrm>
          <a:prstGeom prst="roundRect">
            <a:avLst>
              <a:gd name="adj" fmla="val 2800"/>
            </a:avLst>
          </a:prstGeom>
          <a:solidFill>
            <a:srgbClr val="EEF5FA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Runners hébergés (cloud GitHub)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Contrôles sans état :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· SAST · build · CVE · DAST · signature → GHCR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417320"/>
            <a:ext cx="397764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Runner self-hosted (poste local)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205740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interne :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 l’image de GHCR → la pousse dans Harbor → déclenche le scan.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840480"/>
            <a:ext cx="8183880" cy="914400"/>
          </a:xfrm>
          <a:prstGeom prst="roundRect">
            <a:avLst>
              <a:gd name="adj" fmla="val 7000"/>
            </a:avLst>
          </a:prstGeom>
          <a:solidFill>
            <a:srgbClr val="0F2438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950208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?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Harbor est déployé en local, non exposé sur Internet : les runners cloud ne peuvent pas l’atteindre. C’est le patron standard en entreprise (déploiement vers l’infra interne par un runner du réseau privé).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3 · OBSERVABILITÉ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Harbor → Prometheus → Grafana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676656"/>
          </a:xfrm>
          <a:prstGeom prst="roundRect">
            <a:avLst>
              <a:gd name="adj" fmla="val 9459"/>
            </a:avLst>
          </a:prstGeom>
          <a:solidFill>
            <a:srgbClr val="EEF5FA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63040"/>
            <a:ext cx="365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463040"/>
            <a:ext cx="1645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Harbor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697480" y="1508760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/metrics + scanne les images (Trivy intégré)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249424"/>
            <a:ext cx="539496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249424"/>
            <a:ext cx="365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2249424"/>
            <a:ext cx="1645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ServiceMonitor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97480" y="2295144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à Prometheus : « viens collecter Harbor » (CRD)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035808"/>
            <a:ext cx="5394960" cy="676656"/>
          </a:xfrm>
          <a:prstGeom prst="roundRect">
            <a:avLst>
              <a:gd name="adj" fmla="val 9459"/>
            </a:avLst>
          </a:prstGeom>
          <a:solidFill>
            <a:srgbClr val="EEF5FA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035808"/>
            <a:ext cx="365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3035808"/>
            <a:ext cx="1645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Prometheus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97480" y="3081528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et stocke les métriques (PromQL)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822192"/>
            <a:ext cx="539496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822192"/>
            <a:ext cx="365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822192"/>
            <a:ext cx="1645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Grafana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97480" y="3867912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 le dashboard « Registre &amp; CVE »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80760" y="1463040"/>
            <a:ext cx="2606040" cy="3108960"/>
          </a:xfrm>
          <a:prstGeom prst="roundRect">
            <a:avLst>
              <a:gd name="adj" fmla="val 2456"/>
            </a:avLst>
          </a:prstGeom>
          <a:solidFill>
            <a:srgbClr val="0F2438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6364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Exporter CVE maison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205740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métriques natives de Harbor ne donnent pas le détail des CVE.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petit exporter interroge l’API Harbor et expose les CVE par sévérité → panneau « CVE » du dashboard.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Preuves : dashboard &amp; pipeline</a:t>
            </a:r>
            <a:endParaRPr lang="en-US" sz="3000" dirty="0"/>
          </a:p>
        </p:txBody>
      </p:sp>
      <p:pic>
        <p:nvPicPr>
          <p:cNvPr id="4" name="Image 0" descr="C:/Users/dylan/harbor-devsecops/docs/captures/grafana-cve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3246120" cy="3246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68172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Grafana — CVE par sévérité &amp; état du registre</a:t>
            </a:r>
            <a:endParaRPr lang="en-US" sz="1100" dirty="0"/>
          </a:p>
        </p:txBody>
      </p:sp>
      <p:pic>
        <p:nvPicPr>
          <p:cNvPr id="6" name="Image 1" descr="C:/Users/dylan/harbor-devsecops/docs/captures/github-actions-ru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1417320"/>
            <a:ext cx="2864224" cy="32461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46320" y="4681728"/>
            <a:ext cx="3412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— pipeline au statut Success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325880"/>
            <a:ext cx="1691640" cy="658368"/>
          </a:xfrm>
          <a:prstGeom prst="roundRect">
            <a:avLst>
              <a:gd name="adj" fmla="val 6944"/>
            </a:avLst>
          </a:prstGeom>
          <a:solidFill>
            <a:srgbClr val="158A93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32588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Livré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377440" y="132588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Harbor par Terraform/Helm sur k3s + pipeline CI bloquante verte + dashboard CVE.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167128"/>
            <a:ext cx="1691640" cy="658368"/>
          </a:xfrm>
          <a:prstGeom prst="roundRect">
            <a:avLst>
              <a:gd name="adj" fmla="val 6944"/>
            </a:avLst>
          </a:prstGeom>
          <a:solidFill>
            <a:srgbClr val="158A9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167128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retenir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77440" y="2167128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= statique (code) · DAST = dynamique (appli en exécution).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3008376"/>
            <a:ext cx="1691640" cy="658368"/>
          </a:xfrm>
          <a:prstGeom prst="roundRect">
            <a:avLst>
              <a:gd name="adj" fmla="val 6944"/>
            </a:avLst>
          </a:prstGeom>
          <a:solidFill>
            <a:srgbClr val="158A93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008376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retenir 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77440" y="3008376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Bloquant » = Trivy exit-code 1 sur les CVE HIGH/CRITICAL corrigeables.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3849624"/>
            <a:ext cx="1691640" cy="658368"/>
          </a:xfrm>
          <a:prstGeom prst="roundRect">
            <a:avLst>
              <a:gd name="adj" fmla="val 6944"/>
            </a:avLst>
          </a:prstGeom>
          <a:solidFill>
            <a:srgbClr val="158A93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849624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retenir 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77440" y="3849624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self-hosted car Harbor est local, injoignable depuis le cloud GitHub.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0292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github.com/KaTaKuRi-31/harbor-devsecops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TP3 DevSecOps — Harbor + Terraform + CI sécurisée</dc:title>
  <dc:subject>PptxGenJS Presentation</dc:subject>
  <dc:creator>Dylan TREPON</dc:creator>
  <cp:lastModifiedBy>Dylan TREPON</cp:lastModifiedBy>
  <cp:revision>1</cp:revision>
  <dcterms:created xsi:type="dcterms:W3CDTF">2026-06-24T06:47:06Z</dcterms:created>
  <dcterms:modified xsi:type="dcterms:W3CDTF">2026-06-24T06:47:06Z</dcterms:modified>
</cp:coreProperties>
</file>